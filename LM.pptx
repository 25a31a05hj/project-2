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5131" y="274638"/>
            <a:ext cx="9544594" cy="2172472"/>
          </a:xfrm>
        </p:spPr>
        <p:txBody>
          <a:bodyPr>
            <a:normAutofit/>
          </a:bodyPr>
          <a:lstStyle/>
          <a:p>
            <a:r>
              <a:rPr sz="4800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Library Management System</a:t>
            </a:r>
          </a:p>
        </p:txBody>
      </p:sp>
      <p:pic>
        <p:nvPicPr>
          <p:cNvPr id="4" name="Picture 3" descr="lib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552451" y="274637"/>
            <a:ext cx="1253400" cy="626700"/>
          </a:xfrm>
          <a:prstGeom prst="rect">
            <a:avLst/>
          </a:prstGeom>
        </p:spPr>
      </p:pic>
      <p:pic>
        <p:nvPicPr>
          <p:cNvPr id="1026" name="Picture 2" descr="a long row of books in a library">
            <a:extLst>
              <a:ext uri="{FF2B5EF4-FFF2-40B4-BE49-F238E27FC236}">
                <a16:creationId xmlns:a16="http://schemas.microsoft.com/office/drawing/2014/main" id="{22632491-3045-25EA-14E0-8DD4870978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549" y="2899953"/>
            <a:ext cx="5669280" cy="368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6"/>
                </a:solidFill>
                <a:latin typeface="Agency FB" panose="020B0503020202020204" pitchFamily="34" charset="0"/>
              </a:rPr>
              <a:t>Class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Book class with attributes</a:t>
            </a:r>
          </a:p>
          <a:p>
            <a:r>
              <a:rPr dirty="0"/>
              <a:t>ID, Title, Author, Status</a:t>
            </a:r>
          </a:p>
        </p:txBody>
      </p:sp>
      <p:pic>
        <p:nvPicPr>
          <p:cNvPr id="4" name="Picture 3" descr="lib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8229600" y="531223"/>
            <a:ext cx="1680754" cy="840377"/>
          </a:xfrm>
          <a:prstGeom prst="rect">
            <a:avLst/>
          </a:prstGeom>
        </p:spPr>
      </p:pic>
      <p:pic>
        <p:nvPicPr>
          <p:cNvPr id="3074" name="Picture 2" descr="A Stack of Books on a Wooden Table in a ...">
            <a:extLst>
              <a:ext uri="{FF2B5EF4-FFF2-40B4-BE49-F238E27FC236}">
                <a16:creationId xmlns:a16="http://schemas.microsoft.com/office/drawing/2014/main" id="{0E142D95-FBFD-C083-CDC4-8BF682242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504" y="3091543"/>
            <a:ext cx="4937760" cy="364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>
                    <a:lumMod val="75000"/>
                  </a:schemeClr>
                </a:solidFill>
                <a:latin typeface="Agency FB" panose="020B0503020202020204" pitchFamily="34" charset="0"/>
              </a:rPr>
              <a:t>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Binary file operations</a:t>
            </a:r>
          </a:p>
          <a:p>
            <a:r>
              <a:rPr dirty="0" err="1"/>
              <a:t>ifstream</a:t>
            </a:r>
            <a:r>
              <a:rPr dirty="0"/>
              <a:t>, </a:t>
            </a:r>
            <a:r>
              <a:rPr dirty="0" err="1"/>
              <a:t>ofstream</a:t>
            </a:r>
            <a:r>
              <a:rPr dirty="0"/>
              <a:t>, </a:t>
            </a:r>
            <a:r>
              <a:rPr dirty="0" err="1"/>
              <a:t>fstream</a:t>
            </a:r>
            <a:endParaRPr dirty="0"/>
          </a:p>
        </p:txBody>
      </p:sp>
      <p:pic>
        <p:nvPicPr>
          <p:cNvPr id="4" name="Picture 3" descr="lib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606" y="594519"/>
            <a:ext cx="3657600" cy="1828800"/>
          </a:xfrm>
          <a:prstGeom prst="rect">
            <a:avLst/>
          </a:prstGeom>
        </p:spPr>
      </p:pic>
      <p:pic>
        <p:nvPicPr>
          <p:cNvPr id="4098" name="Picture 2" descr="Top 10 Library Management System in India in 2024">
            <a:extLst>
              <a:ext uri="{FF2B5EF4-FFF2-40B4-BE49-F238E27FC236}">
                <a16:creationId xmlns:a16="http://schemas.microsoft.com/office/drawing/2014/main" id="{30111F44-1C2E-E8F1-EA88-8390938D9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971" y="3318632"/>
            <a:ext cx="4737464" cy="3159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  <a:latin typeface="Agency FB" panose="020B0503020202020204" pitchFamily="34" charset="0"/>
              </a:rPr>
              <a:t>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Add: O(1)</a:t>
            </a:r>
          </a:p>
          <a:p>
            <a:r>
              <a:rPr dirty="0"/>
              <a:t>Others: O(n)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operations: O(1)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002C3-3F36-D234-3B99-6BBBE1C16882}"/>
              </a:ext>
            </a:extLst>
          </p:cNvPr>
          <p:cNvSpPr txBox="1"/>
          <p:nvPr/>
        </p:nvSpPr>
        <p:spPr>
          <a:xfrm>
            <a:off x="775063" y="1417638"/>
            <a:ext cx="7053942" cy="417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Time-Saving Automation:</a:t>
            </a:r>
            <a:r>
              <a:rPr lang="en-US" b="0" i="0" dirty="0">
                <a:effectLst/>
                <a:latin typeface="Google Sans"/>
              </a:rPr>
              <a:t> Automates mundane, labor-intensive tasks such as issuing, returning, renewing, and reserving books, saving staff time.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Efficient Cataloging &amp; Inventory:</a:t>
            </a:r>
            <a:r>
              <a:rPr lang="en-US" b="0" i="0" dirty="0">
                <a:effectLst/>
                <a:latin typeface="Google Sans"/>
              </a:rPr>
              <a:t> Simplifies the cataloging of new items and makes tracking inventory efficient, reducing the risk of lost items.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Enhanced User Experience:</a:t>
            </a:r>
            <a:r>
              <a:rPr lang="en-US" b="0" i="0" dirty="0">
                <a:effectLst/>
                <a:latin typeface="Google Sans"/>
              </a:rPr>
              <a:t> Patrons can search, reserve, and manage their accounts from anywhere, often through mobile applications.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Barcode/RFID Integration:</a:t>
            </a:r>
            <a:r>
              <a:rPr lang="en-US" b="0" i="0" dirty="0">
                <a:effectLst/>
                <a:latin typeface="Google Sans"/>
              </a:rPr>
              <a:t> Streamlines circulation and stock management by instantly identifying books and members, reducing manual input errors.</a:t>
            </a:r>
          </a:p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Improved Reporting &amp; Analytics:</a:t>
            </a:r>
            <a:r>
              <a:rPr lang="en-US" b="0" i="0" dirty="0">
                <a:effectLst/>
                <a:latin typeface="Google Sans"/>
              </a:rPr>
              <a:t> Provides real-time insights into library usage, such as most popular genres and circulation statistics, helping in, data-driven decision-making.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5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Slow for large data</a:t>
            </a:r>
          </a:p>
          <a:p>
            <a:r>
              <a:rPr dirty="0"/>
              <a:t>No indexing</a:t>
            </a:r>
          </a:p>
        </p:txBody>
      </p:sp>
      <p:pic>
        <p:nvPicPr>
          <p:cNvPr id="6146" name="Picture 2" descr="Top Key Benefits of Library Management System – school management software">
            <a:extLst>
              <a:ext uri="{FF2B5EF4-FFF2-40B4-BE49-F238E27FC236}">
                <a16:creationId xmlns:a16="http://schemas.microsoft.com/office/drawing/2014/main" id="{1EBB5018-ABBC-D47D-A95D-D413BF77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338" y="2795451"/>
            <a:ext cx="6241324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Good for small systems</a:t>
            </a:r>
          </a:p>
          <a:p>
            <a:r>
              <a:rPr dirty="0"/>
              <a:t>Can be improved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184</Words>
  <Application>Microsoft Office PowerPoint</Application>
  <PresentationFormat>On-screen Show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Agency FB</vt:lpstr>
      <vt:lpstr>Arial</vt:lpstr>
      <vt:lpstr>Calibri</vt:lpstr>
      <vt:lpstr>Google Sans</vt:lpstr>
      <vt:lpstr>Office Theme</vt:lpstr>
      <vt:lpstr>Library Management System</vt:lpstr>
      <vt:lpstr>Class Design</vt:lpstr>
      <vt:lpstr>File Handling</vt:lpstr>
      <vt:lpstr>Time Complexity</vt:lpstr>
      <vt:lpstr>Space Complexity</vt:lpstr>
      <vt:lpstr>Advantages</vt:lpstr>
      <vt:lpstr>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Gayatri</dc:creator>
  <cp:keywords/>
  <dc:description>generated using python-pptx</dc:description>
  <cp:lastModifiedBy>praveena 2248250231</cp:lastModifiedBy>
  <cp:revision>2</cp:revision>
  <dcterms:created xsi:type="dcterms:W3CDTF">2013-01-27T09:14:16Z</dcterms:created>
  <dcterms:modified xsi:type="dcterms:W3CDTF">2026-04-17T16:55:18Z</dcterms:modified>
  <cp:category/>
</cp:coreProperties>
</file>